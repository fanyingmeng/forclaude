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Getting Started with RAZOR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52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Remember the views?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They are html templates that allow us to embed </a:t>
            </a:r>
            <a:r>
              <a:rPr lang="en-US" dirty="0" err="1">
                <a:solidFill>
                  <a:schemeClr val="bg1"/>
                </a:solidFill>
              </a:rPr>
              <a:t>c#</a:t>
            </a:r>
            <a:r>
              <a:rPr lang="en-US" dirty="0">
                <a:solidFill>
                  <a:schemeClr val="bg1"/>
                </a:solidFill>
              </a:rPr>
              <a:t> code using the Razor syntax</a:t>
            </a:r>
          </a:p>
          <a:p>
            <a:r>
              <a:rPr lang="en-US" dirty="0">
                <a:solidFill>
                  <a:schemeClr val="bg1"/>
                </a:solidFill>
              </a:rPr>
              <a:t>The Razor syntax is based on the C# programming language, and that's the language that's used most often with ASP.NET MVC. However, the Razor syntax also supports the F# &amp; Visual Basic languages, and everything you see you can also do within them.</a:t>
            </a:r>
          </a:p>
          <a:p>
            <a:r>
              <a:rPr lang="en-US" dirty="0"/>
              <a:t>The idea behind Razor is to provide an optimized syntax for HTML generation using a code-focused templating approach, with minimal transition between HTML and code. The design reduces the number of characters and keystrokes, and enables a more fluid coding workflow by not requiring explicitly denoted server blocks within the HTML code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593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133" y="0"/>
            <a:ext cx="9905998" cy="147857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How to add Razor code in views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491" y="1537561"/>
            <a:ext cx="7088451" cy="37006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099" y="3621029"/>
            <a:ext cx="5090601" cy="23852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97839" y="2516803"/>
            <a:ext cx="34201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is cool is that in a Razor view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Template, you can switch back and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Forth between html and C# easily</a:t>
            </a:r>
          </a:p>
        </p:txBody>
      </p:sp>
    </p:spTree>
    <p:extLst>
      <p:ext uri="{BB962C8B-B14F-4D97-AF65-F5344CB8AC3E}">
        <p14:creationId xmlns:p14="http://schemas.microsoft.com/office/powerpoint/2010/main" val="1340361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2629" y="1887583"/>
            <a:ext cx="9905999" cy="426284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You create a new variable using the </a:t>
            </a:r>
            <a:r>
              <a:rPr lang="en-US" b="1" dirty="0"/>
              <a:t>var</a:t>
            </a:r>
            <a:r>
              <a:rPr lang="en-US" dirty="0"/>
              <a:t> keyword. You can insert variable values directly in a page using </a:t>
            </a:r>
            <a:r>
              <a:rPr lang="en-US" b="1" dirty="0"/>
              <a:t>@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&lt;!-- Storing a string --&gt;</a:t>
            </a:r>
          </a:p>
          <a:p>
            <a:r>
              <a:rPr lang="en-US" dirty="0"/>
              <a:t>@{ var welcomeMessage = "Welcome, new members!"; }</a:t>
            </a:r>
          </a:p>
          <a:p>
            <a:r>
              <a:rPr lang="en-US" dirty="0"/>
              <a:t>&lt;p&gt;@welcomeMessage&lt;/p&gt;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&lt;!-- Storing a date --&gt;</a:t>
            </a:r>
          </a:p>
          <a:p>
            <a:r>
              <a:rPr lang="en-US" dirty="0"/>
              <a:t>@{ var year = DateTime.Now.Year; 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&lt;!-- Displaying a variable --&gt;</a:t>
            </a:r>
          </a:p>
          <a:p>
            <a:r>
              <a:rPr lang="en-US" dirty="0"/>
              <a:t>&lt;p&gt;Welcome to our new members who joined in @year!&lt;/p&gt;</a:t>
            </a:r>
          </a:p>
        </p:txBody>
      </p:sp>
    </p:spTree>
    <p:extLst>
      <p:ext uri="{BB962C8B-B14F-4D97-AF65-F5344CB8AC3E}">
        <p14:creationId xmlns:p14="http://schemas.microsoft.com/office/powerpoint/2010/main" val="869804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5915" y="1740036"/>
            <a:ext cx="9905999" cy="3541714"/>
          </a:xfrm>
        </p:spPr>
        <p:txBody>
          <a:bodyPr/>
          <a:lstStyle/>
          <a:p>
            <a:r>
              <a:rPr lang="en-US" dirty="0"/>
              <a:t>You enclose literal string values in double quotation marks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537" y="2394801"/>
            <a:ext cx="7742591" cy="400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10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 is case sensitive</a:t>
            </a:r>
          </a:p>
          <a:p>
            <a:r>
              <a:rPr lang="en-US" dirty="0"/>
              <a:t>Much of your code will involve objects</a:t>
            </a:r>
          </a:p>
          <a:p>
            <a:r>
              <a:rPr lang="en-US" dirty="0"/>
              <a:t>Most of what you know about coding in C# will work within Razor</a:t>
            </a:r>
          </a:p>
          <a:p>
            <a:r>
              <a:rPr lang="en-US" dirty="0"/>
              <a:t>If you are coding Razor templates that use the C# language the file extension will be </a:t>
            </a:r>
            <a:r>
              <a:rPr lang="en-US" b="1" dirty="0">
                <a:solidFill>
                  <a:srgbClr val="FFC000"/>
                </a:solidFill>
              </a:rPr>
              <a:t>.cshtml </a:t>
            </a:r>
          </a:p>
        </p:txBody>
      </p:sp>
    </p:spTree>
    <p:extLst>
      <p:ext uri="{BB962C8B-B14F-4D97-AF65-F5344CB8AC3E}">
        <p14:creationId xmlns:p14="http://schemas.microsoft.com/office/powerpoint/2010/main" val="2293387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289</TotalTime>
  <Words>301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Circuit</vt:lpstr>
      <vt:lpstr>Getting Started with RAZOR</vt:lpstr>
      <vt:lpstr>Remember the views?</vt:lpstr>
      <vt:lpstr>How to add Razor code in views</vt:lpstr>
      <vt:lpstr>Using Variables</vt:lpstr>
      <vt:lpstr>Literal Strings</vt:lpstr>
      <vt:lpstr>Other Notes</vt:lpstr>
    </vt:vector>
  </TitlesOfParts>
  <Company>NBCC-SRV-V-SMS1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 Introduction</dc:title>
  <dc:creator>Ryan, Bonnie (NBCC Moncton)</dc:creator>
  <cp:lastModifiedBy>Murray, Judson (NBCC)</cp:lastModifiedBy>
  <cp:revision>20</cp:revision>
  <dcterms:created xsi:type="dcterms:W3CDTF">2017-11-21T17:22:41Z</dcterms:created>
  <dcterms:modified xsi:type="dcterms:W3CDTF">2024-08-27T17:06:57Z</dcterms:modified>
</cp:coreProperties>
</file>